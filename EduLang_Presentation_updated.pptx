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5" r:id="rId13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  <Relationship Id="rId13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DFB3F0-5807-4B80-A66C-58ED79BC8C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24ED7C-339C-4E80-9A2A-E2055410F2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7F9FF6-B260-44D7-A49E-DC76E6A6F5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29FCDE-0A79-4A04-BEDD-D78ACEB607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1B52E4-6188-4915-B978-AA8189DC3D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FD4E0A-996D-406E-94CD-9FE078F9A6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94733E-D18B-46EC-996F-1E42D586B1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A83CA-C90C-481C-8A8F-DC41F7F3DD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E065B6-35D8-456B-8A82-20AEB8D737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B410D2-7874-4B45-93D3-EF4D91E3F4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E6EA6A-BBB9-4796-9D8E-65645E09F9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Relationship Id="rId50" Type="http://schemas.openxmlformats.org/officeDocument/2006/relationships/image" Target="../media/edulang_arch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914400" y="3657600"/>
            <a:ext cx="2148840" cy="22860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TEAM - 6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822960" y="86904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EduLang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887760" y="201204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BED7E1"/>
                </a:solidFill>
                <a:effectLst/>
                <a:uFillTx/>
                <a:latin typeface="Calibri"/>
              </a:rPr>
              <a:t>Educational Programming Language Compiler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914400" y="54864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custom language with a visual, step-by-step compiler pipeline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914400" y="4343400"/>
            <a:ext cx="3200400" cy="45720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Guide – Dr. V.Anu Ragavi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95040" y="3657600"/>
            <a:ext cx="300636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 member’s :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195040" y="4343400"/>
            <a:ext cx="3234960" cy="11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Abhinav - 2420090086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Akshith - 2420030207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B.Vishvak sai - 2420090024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Project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What is EduLang?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822960" y="1828800"/>
            <a:ext cx="10515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2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EduLang is a small, custom-designed programming language.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2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It supports variables, input/output, conditions, loops and arrays.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2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A compiler dashboard demonstrates how source code moves through each stage.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2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The project is designed to make compiler concepts easier to understand.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Problem Statement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Why build EduLang?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822960" y="1828800"/>
            <a:ext cx="10515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Compiler design contains several abstract stages that can be difficult for beginners to visualize.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Traditional explanations often show separate concepts without connecting them to one program.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Students need a simple way to observe tokens, syntax trees, semantic checks and generated code.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EduLang combines these concepts in one interactive learning environment.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EduLang Language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Custom syntax and supported constructs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822960" y="1828800"/>
            <a:ext cx="10515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9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Data types: integer, decimal, String, boolean and character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9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Input and output: Input(variable), Output(expression)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9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Control flow: if / else, for ... to ... and while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9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Arrays: declaration, initialization and indexed access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9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Comments: single-line comments using //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19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No main() function or user-defined functions in version 1.0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Sample EduLang Program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A short example using variables, conditions and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914400" y="1783080"/>
            <a:ext cx="10332360" cy="41144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CE4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1828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integer age = 20</a:t>
            </a: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String name = "Abhi"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if age &gt;= 18 {</a:t>
            </a: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    Output("Adult")</a:t>
            </a: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} else {</a:t>
            </a: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    Output("Minor")</a:t>
            </a: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}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14233A"/>
                </a:solidFill>
                <a:effectLst/>
                <a:uFillTx/>
                <a:latin typeface="Consolas"/>
              </a:rPr>
              <a:t>Output(name)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Compiler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The path from source code to final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ounded Rectangle 4"/>
          <p:cNvSpPr/>
          <p:nvPr/>
        </p:nvSpPr>
        <p:spPr>
          <a:xfrm>
            <a:off x="731520" y="178308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1. Source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4572000" y="178308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2. Lexical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Token generation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8412480" y="178308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3. Syntax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Parsing and AST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7"/>
          <p:cNvSpPr/>
          <p:nvPr/>
        </p:nvSpPr>
        <p:spPr>
          <a:xfrm>
            <a:off x="731520" y="320040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4. Semantic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Types and declarations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4572000" y="320040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5. Execution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Program interpretation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9"/>
          <p:cNvSpPr/>
          <p:nvPr/>
        </p:nvSpPr>
        <p:spPr>
          <a:xfrm>
            <a:off x="8412480" y="320040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6. Intermediate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TAC generation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731520" y="461772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7. Optimization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Code improvement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1"/>
          <p:cNvSpPr/>
          <p:nvPr/>
        </p:nvSpPr>
        <p:spPr>
          <a:xfrm>
            <a:off x="4572000" y="461772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7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8. Target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Instruction listing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2"/>
          <p:cNvSpPr/>
          <p:nvPr/>
        </p:nvSpPr>
        <p:spPr>
          <a:xfrm>
            <a:off x="8412480" y="461772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E1F5EF"/>
          </a:solidFill>
          <a:ln>
            <a:solidFill>
              <a:srgbClr val="1C968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9. Final Output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Program 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Interactive Compiler Dashboard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Step-by-step walkthrough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822960" y="1828800"/>
            <a:ext cx="10515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0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The user enters a program in the EduLang code editor.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0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The architecture highlights the current compiler stage.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0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A Next Step button reveals the result of each stage.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0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The dashboard displays tokens, AST, symbol table, TAC, optimized listing and target instructions.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0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The final program output appears at the end of the walkthrough.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Technology Stack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Tools used to implement the prototype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822960" y="1828800"/>
            <a:ext cx="10515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Python – lexer, parser, semantic checks and interpreter logic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Streamlit – interactive web dashboard and step-by-step interface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Regular expressions – token recognition in lexical analysis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Recursive-descent parsing – syntax analysis and AST construction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Three Address Code style representation – intermediate code display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Conclusion &amp; Future Scope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Summary and possible improvements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822960" y="1828800"/>
            <a:ext cx="10515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EduLang provides a practical demonstration of the major compiler stages.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Its custom syntax and dashboard make the compilation process easier to follow.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Future work: stronger optimization, more detailed semantic analysis and native target-code generation.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100" b="0" u="none" strike="noStrike">
                <a:solidFill>
                  <a:srgbClr val="2D3746"/>
                </a:solidFill>
                <a:effectLst/>
                <a:uFillTx/>
                <a:latin typeface="Calibri"/>
              </a:rPr>
              <a:t>Additional features could include functions, nested scopes and richer error highlighting.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594360" y="36576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33A"/>
                </a:solidFill>
                <a:effectLst/>
                <a:uFillTx/>
                <a:latin typeface="Calibri"/>
              </a:rPr>
              <a:t>System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621720" y="987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Presentation layer and compiler core of EduLang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621720" y="1417320"/>
            <a:ext cx="685440" cy="54360"/>
          </a:xfrm>
          <a:prstGeom prst="rect">
            <a:avLst/>
          </a:prstGeom>
          <a:solidFill>
            <a:srgbClr val="1C96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Architecture Diagram" descr="EduLang system architecture: Streamlit dashboard layer above the compiler core pipeline from Lexer to Target Code Generator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610706" y="1600000"/>
            <a:ext cx="8970588" cy="4750000"/>
          </a:xfrm>
          <a:prstGeom prst="rect">
            <a:avLst/>
          </a:prstGeom>
        </p:spPr>
      </p:pic>
      <p:sp>
        <p:nvSpPr>
          <p:cNvPr id="106" name="TextBox 5"/>
          <p:cNvSpPr/>
          <p:nvPr/>
        </p:nvSpPr>
        <p:spPr>
          <a:xfrm>
            <a:off x="64008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97684"/>
                </a:solidFill>
                <a:effectLst/>
                <a:uFillTx/>
                <a:latin typeface="Calibri"/>
              </a:rPr>
              <a:t>EduLang | Educational Programming Language Compiler                                      07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2026-10-30T13:49:27Z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